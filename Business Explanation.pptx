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CCA542-C9AD-4660-9721-F16748E8C1DC}" v="19" dt="2026-06-12T12:10:51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8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66C9C-ABFD-84BE-3B92-79C06572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2" y="828676"/>
            <a:ext cx="10587795" cy="57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438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Swapnajeet</cp:lastModifiedBy>
  <cp:revision>19</cp:revision>
  <dcterms:created xsi:type="dcterms:W3CDTF">2024-06-24T12:27:37Z</dcterms:created>
  <dcterms:modified xsi:type="dcterms:W3CDTF">2026-06-12T12:11:04Z</dcterms:modified>
</cp:coreProperties>
</file>